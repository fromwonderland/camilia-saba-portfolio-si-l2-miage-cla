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  <p:sldId id="256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9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673662-2EA1-44B3-9868-D82A6A1DBD84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DBB64D-1FD1-4909-B9C4-0DD774D5D649}">
      <dgm:prSet/>
      <dgm:spPr>
        <a:solidFill>
          <a:srgbClr val="00B050"/>
        </a:solidFill>
      </dgm:spPr>
      <dgm:t>
        <a:bodyPr/>
        <a:lstStyle/>
        <a:p>
          <a:r>
            <a:rPr lang="fr-FR" dirty="0"/>
            <a:t>Camilia SABA</a:t>
          </a:r>
        </a:p>
        <a:p>
          <a:r>
            <a:rPr lang="en-US" dirty="0"/>
            <a:t>43003141</a:t>
          </a:r>
        </a:p>
      </dgm:t>
    </dgm:pt>
    <dgm:pt modelId="{D739742D-9644-426E-AFA4-25FDF6AC2C84}" type="parTrans" cxnId="{BE69D1CE-BB5F-47CE-9E19-9C2094A55B95}">
      <dgm:prSet/>
      <dgm:spPr/>
      <dgm:t>
        <a:bodyPr/>
        <a:lstStyle/>
        <a:p>
          <a:endParaRPr lang="en-US"/>
        </a:p>
      </dgm:t>
    </dgm:pt>
    <dgm:pt modelId="{16AB69C9-02BF-47C7-9E2B-C6E461D70276}" type="sibTrans" cxnId="{BE69D1CE-BB5F-47CE-9E19-9C2094A55B95}">
      <dgm:prSet/>
      <dgm:spPr/>
      <dgm:t>
        <a:bodyPr/>
        <a:lstStyle/>
        <a:p>
          <a:endParaRPr lang="en-US"/>
        </a:p>
      </dgm:t>
    </dgm:pt>
    <dgm:pt modelId="{4883BED6-98C6-4D84-BA82-E782F540D011}">
      <dgm:prSet/>
      <dgm:spPr/>
      <dgm:t>
        <a:bodyPr/>
        <a:lstStyle/>
        <a:p>
          <a:r>
            <a:rPr lang="fr-FR" u="none" dirty="0" err="1"/>
            <a:t>Penda</a:t>
          </a:r>
          <a:r>
            <a:rPr lang="fr-FR" u="none" dirty="0"/>
            <a:t> SOW</a:t>
          </a:r>
        </a:p>
        <a:p>
          <a:r>
            <a:rPr lang="fr-FR" u="none" dirty="0"/>
            <a:t>43000120</a:t>
          </a:r>
        </a:p>
      </dgm:t>
    </dgm:pt>
    <dgm:pt modelId="{16B36A99-0FEF-4403-AC55-C29A95566CAA}" type="parTrans" cxnId="{28C6BCC0-6569-4411-A2A3-E545AA83BCC5}">
      <dgm:prSet/>
      <dgm:spPr/>
      <dgm:t>
        <a:bodyPr/>
        <a:lstStyle/>
        <a:p>
          <a:endParaRPr lang="en-US"/>
        </a:p>
      </dgm:t>
    </dgm:pt>
    <dgm:pt modelId="{91B18D8C-A350-4766-95B8-A182982376AB}" type="sibTrans" cxnId="{28C6BCC0-6569-4411-A2A3-E545AA83BCC5}">
      <dgm:prSet/>
      <dgm:spPr/>
      <dgm:t>
        <a:bodyPr/>
        <a:lstStyle/>
        <a:p>
          <a:endParaRPr lang="en-US"/>
        </a:p>
      </dgm:t>
    </dgm:pt>
    <dgm:pt modelId="{4B4F5060-118C-4125-AFAC-D69E6D1120F8}" type="pres">
      <dgm:prSet presAssocID="{44673662-2EA1-44B3-9868-D82A6A1DBD8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A09961-8CE0-4937-B9B3-F2AFAA09CA20}" type="pres">
      <dgm:prSet presAssocID="{97DBB64D-1FD1-4909-B9C4-0DD774D5D649}" presName="root" presStyleCnt="0"/>
      <dgm:spPr/>
    </dgm:pt>
    <dgm:pt modelId="{AA6F1982-FC02-425F-A309-BB704687CCFA}" type="pres">
      <dgm:prSet presAssocID="{97DBB64D-1FD1-4909-B9C4-0DD774D5D649}" presName="rootComposite" presStyleCnt="0"/>
      <dgm:spPr/>
    </dgm:pt>
    <dgm:pt modelId="{102C83AF-4ADB-49C6-9D97-4E5EB5ED7593}" type="pres">
      <dgm:prSet presAssocID="{97DBB64D-1FD1-4909-B9C4-0DD774D5D649}" presName="rootText" presStyleLbl="node1" presStyleIdx="0" presStyleCnt="2"/>
      <dgm:spPr/>
    </dgm:pt>
    <dgm:pt modelId="{CA6C324B-AEFA-4CDD-BF2C-579FC74F99A9}" type="pres">
      <dgm:prSet presAssocID="{97DBB64D-1FD1-4909-B9C4-0DD774D5D649}" presName="rootConnector" presStyleLbl="node1" presStyleIdx="0" presStyleCnt="2"/>
      <dgm:spPr/>
    </dgm:pt>
    <dgm:pt modelId="{16C810F6-2455-4F7E-82B7-042BD5BE251E}" type="pres">
      <dgm:prSet presAssocID="{97DBB64D-1FD1-4909-B9C4-0DD774D5D649}" presName="childShape" presStyleCnt="0"/>
      <dgm:spPr/>
    </dgm:pt>
    <dgm:pt modelId="{96967BBB-AE5B-488A-BA6E-B6A944DEAB49}" type="pres">
      <dgm:prSet presAssocID="{4883BED6-98C6-4D84-BA82-E782F540D011}" presName="root" presStyleCnt="0"/>
      <dgm:spPr/>
    </dgm:pt>
    <dgm:pt modelId="{BEFE3D63-28A9-4356-81CF-CDE223C7F256}" type="pres">
      <dgm:prSet presAssocID="{4883BED6-98C6-4D84-BA82-E782F540D011}" presName="rootComposite" presStyleCnt="0"/>
      <dgm:spPr/>
    </dgm:pt>
    <dgm:pt modelId="{9DC84753-171D-4D2B-AE6B-14C07DACC486}" type="pres">
      <dgm:prSet presAssocID="{4883BED6-98C6-4D84-BA82-E782F540D011}" presName="rootText" presStyleLbl="node1" presStyleIdx="1" presStyleCnt="2"/>
      <dgm:spPr/>
    </dgm:pt>
    <dgm:pt modelId="{E1D5C638-FCC6-4ADB-84D7-F00D2B80D8F6}" type="pres">
      <dgm:prSet presAssocID="{4883BED6-98C6-4D84-BA82-E782F540D011}" presName="rootConnector" presStyleLbl="node1" presStyleIdx="1" presStyleCnt="2"/>
      <dgm:spPr/>
    </dgm:pt>
    <dgm:pt modelId="{831E4BAC-9AA2-4573-A112-55D539BF440F}" type="pres">
      <dgm:prSet presAssocID="{4883BED6-98C6-4D84-BA82-E782F540D011}" presName="childShape" presStyleCnt="0"/>
      <dgm:spPr/>
    </dgm:pt>
  </dgm:ptLst>
  <dgm:cxnLst>
    <dgm:cxn modelId="{7457B922-9F76-4799-AC01-850B32452E40}" type="presOf" srcId="{4883BED6-98C6-4D84-BA82-E782F540D011}" destId="{9DC84753-171D-4D2B-AE6B-14C07DACC486}" srcOrd="0" destOrd="0" presId="urn:microsoft.com/office/officeart/2005/8/layout/hierarchy3"/>
    <dgm:cxn modelId="{EF538444-DCDA-4E75-873E-30C286A040C3}" type="presOf" srcId="{97DBB64D-1FD1-4909-B9C4-0DD774D5D649}" destId="{CA6C324B-AEFA-4CDD-BF2C-579FC74F99A9}" srcOrd="1" destOrd="0" presId="urn:microsoft.com/office/officeart/2005/8/layout/hierarchy3"/>
    <dgm:cxn modelId="{D7595772-7F1D-4FD5-9811-664A4CF4B253}" type="presOf" srcId="{4883BED6-98C6-4D84-BA82-E782F540D011}" destId="{E1D5C638-FCC6-4ADB-84D7-F00D2B80D8F6}" srcOrd="1" destOrd="0" presId="urn:microsoft.com/office/officeart/2005/8/layout/hierarchy3"/>
    <dgm:cxn modelId="{BAC6E185-54B3-43CA-9D11-BBF8ED888269}" type="presOf" srcId="{97DBB64D-1FD1-4909-B9C4-0DD774D5D649}" destId="{102C83AF-4ADB-49C6-9D97-4E5EB5ED7593}" srcOrd="0" destOrd="0" presId="urn:microsoft.com/office/officeart/2005/8/layout/hierarchy3"/>
    <dgm:cxn modelId="{28C6BCC0-6569-4411-A2A3-E545AA83BCC5}" srcId="{44673662-2EA1-44B3-9868-D82A6A1DBD84}" destId="{4883BED6-98C6-4D84-BA82-E782F540D011}" srcOrd="1" destOrd="0" parTransId="{16B36A99-0FEF-4403-AC55-C29A95566CAA}" sibTransId="{91B18D8C-A350-4766-95B8-A182982376AB}"/>
    <dgm:cxn modelId="{90BDCCCD-3E81-433E-A0D7-9327D0289D58}" type="presOf" srcId="{44673662-2EA1-44B3-9868-D82A6A1DBD84}" destId="{4B4F5060-118C-4125-AFAC-D69E6D1120F8}" srcOrd="0" destOrd="0" presId="urn:microsoft.com/office/officeart/2005/8/layout/hierarchy3"/>
    <dgm:cxn modelId="{BE69D1CE-BB5F-47CE-9E19-9C2094A55B95}" srcId="{44673662-2EA1-44B3-9868-D82A6A1DBD84}" destId="{97DBB64D-1FD1-4909-B9C4-0DD774D5D649}" srcOrd="0" destOrd="0" parTransId="{D739742D-9644-426E-AFA4-25FDF6AC2C84}" sibTransId="{16AB69C9-02BF-47C7-9E2B-C6E461D70276}"/>
    <dgm:cxn modelId="{74E60FB3-C46A-4DD9-9002-E64CFD61F893}" type="presParOf" srcId="{4B4F5060-118C-4125-AFAC-D69E6D1120F8}" destId="{23A09961-8CE0-4937-B9B3-F2AFAA09CA20}" srcOrd="0" destOrd="0" presId="urn:microsoft.com/office/officeart/2005/8/layout/hierarchy3"/>
    <dgm:cxn modelId="{2622BC43-C905-47CD-8117-C3998E9629B7}" type="presParOf" srcId="{23A09961-8CE0-4937-B9B3-F2AFAA09CA20}" destId="{AA6F1982-FC02-425F-A309-BB704687CCFA}" srcOrd="0" destOrd="0" presId="urn:microsoft.com/office/officeart/2005/8/layout/hierarchy3"/>
    <dgm:cxn modelId="{9E7DCDD7-BD8A-4BBB-A782-9C474A5D34A6}" type="presParOf" srcId="{AA6F1982-FC02-425F-A309-BB704687CCFA}" destId="{102C83AF-4ADB-49C6-9D97-4E5EB5ED7593}" srcOrd="0" destOrd="0" presId="urn:microsoft.com/office/officeart/2005/8/layout/hierarchy3"/>
    <dgm:cxn modelId="{5F87A80D-05AB-4E06-82FA-4415ACBC8A08}" type="presParOf" srcId="{AA6F1982-FC02-425F-A309-BB704687CCFA}" destId="{CA6C324B-AEFA-4CDD-BF2C-579FC74F99A9}" srcOrd="1" destOrd="0" presId="urn:microsoft.com/office/officeart/2005/8/layout/hierarchy3"/>
    <dgm:cxn modelId="{CDB57C38-CC97-4688-BF34-4DAAB24A1B29}" type="presParOf" srcId="{23A09961-8CE0-4937-B9B3-F2AFAA09CA20}" destId="{16C810F6-2455-4F7E-82B7-042BD5BE251E}" srcOrd="1" destOrd="0" presId="urn:microsoft.com/office/officeart/2005/8/layout/hierarchy3"/>
    <dgm:cxn modelId="{F5223175-D0DD-489F-8DC9-6F2B6F8374C9}" type="presParOf" srcId="{4B4F5060-118C-4125-AFAC-D69E6D1120F8}" destId="{96967BBB-AE5B-488A-BA6E-B6A944DEAB49}" srcOrd="1" destOrd="0" presId="urn:microsoft.com/office/officeart/2005/8/layout/hierarchy3"/>
    <dgm:cxn modelId="{392DAF6A-FA34-4264-BB4B-8E49600E9294}" type="presParOf" srcId="{96967BBB-AE5B-488A-BA6E-B6A944DEAB49}" destId="{BEFE3D63-28A9-4356-81CF-CDE223C7F256}" srcOrd="0" destOrd="0" presId="urn:microsoft.com/office/officeart/2005/8/layout/hierarchy3"/>
    <dgm:cxn modelId="{4EC1E871-2C81-44E0-B1D3-EED33B21CEF5}" type="presParOf" srcId="{BEFE3D63-28A9-4356-81CF-CDE223C7F256}" destId="{9DC84753-171D-4D2B-AE6B-14C07DACC486}" srcOrd="0" destOrd="0" presId="urn:microsoft.com/office/officeart/2005/8/layout/hierarchy3"/>
    <dgm:cxn modelId="{05B2FD50-2AEA-4579-89A1-F58B95DD8BBC}" type="presParOf" srcId="{BEFE3D63-28A9-4356-81CF-CDE223C7F256}" destId="{E1D5C638-FCC6-4ADB-84D7-F00D2B80D8F6}" srcOrd="1" destOrd="0" presId="urn:microsoft.com/office/officeart/2005/8/layout/hierarchy3"/>
    <dgm:cxn modelId="{45BAA594-D7E8-4D2C-B515-FD0C0C4F513E}" type="presParOf" srcId="{96967BBB-AE5B-488A-BA6E-B6A944DEAB49}" destId="{831E4BAC-9AA2-4573-A112-55D539BF440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C83AF-4ADB-49C6-9D97-4E5EB5ED7593}">
      <dsp:nvSpPr>
        <dsp:cNvPr id="0" name=""/>
        <dsp:cNvSpPr/>
      </dsp:nvSpPr>
      <dsp:spPr>
        <a:xfrm>
          <a:off x="1123" y="774949"/>
          <a:ext cx="4088401" cy="2044200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66040" rIns="9906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200" kern="1200" dirty="0"/>
            <a:t>Camilia SABA</a:t>
          </a:r>
        </a:p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43003141</a:t>
          </a:r>
        </a:p>
      </dsp:txBody>
      <dsp:txXfrm>
        <a:off x="60996" y="834822"/>
        <a:ext cx="3968655" cy="1924454"/>
      </dsp:txXfrm>
    </dsp:sp>
    <dsp:sp modelId="{9DC84753-171D-4D2B-AE6B-14C07DACC486}">
      <dsp:nvSpPr>
        <dsp:cNvPr id="0" name=""/>
        <dsp:cNvSpPr/>
      </dsp:nvSpPr>
      <dsp:spPr>
        <a:xfrm>
          <a:off x="5111625" y="774949"/>
          <a:ext cx="4088401" cy="20442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66040" rIns="99060" bIns="6604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200" u="none" kern="1200" dirty="0" err="1"/>
            <a:t>Penda</a:t>
          </a:r>
          <a:r>
            <a:rPr lang="fr-FR" sz="5200" u="none" kern="1200" dirty="0"/>
            <a:t> SOW</a:t>
          </a:r>
        </a:p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5200" u="none" kern="1200" dirty="0"/>
            <a:t>43000120</a:t>
          </a:r>
        </a:p>
      </dsp:txBody>
      <dsp:txXfrm>
        <a:off x="5171498" y="834822"/>
        <a:ext cx="3968655" cy="1924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703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41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19944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776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325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1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8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916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6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94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07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9AF4DC1-BF6B-4FB8-AD5C-EFD01BF818C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7D74C8D-F45C-4DA9-BC8D-5B33019B6FD6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1553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F1AF5-38D5-0304-0125-E61DCBA9B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793868"/>
            <a:ext cx="10178322" cy="1492132"/>
          </a:xfrm>
        </p:spPr>
        <p:txBody>
          <a:bodyPr anchor="ctr">
            <a:normAutofit/>
          </a:bodyPr>
          <a:lstStyle/>
          <a:p>
            <a:r>
              <a:rPr lang="fr-FR" dirty="0"/>
              <a:t>S5 Introduction aux systèmes d’information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8F0D86AD-FA85-7E10-6145-70D87EC69F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898853"/>
              </p:ext>
            </p:extLst>
          </p:nvPr>
        </p:nvGraphicFramePr>
        <p:xfrm>
          <a:off x="1740264" y="2470032"/>
          <a:ext cx="92011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2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666D4C-4B3F-34CF-C292-09E42334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65720"/>
            <a:ext cx="10178322" cy="1492132"/>
          </a:xfrm>
        </p:spPr>
        <p:txBody>
          <a:bodyPr/>
          <a:lstStyle/>
          <a:p>
            <a:r>
              <a:rPr lang="fr-FR" dirty="0"/>
              <a:t>Aujourd'hui, nous allons vous présenter…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9C3C32-217D-8F89-BB25-66EA980C0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683" y="2387419"/>
            <a:ext cx="5765064" cy="23127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200" b="1" dirty="0"/>
              <a:t>1) Nos portfolios du semestre</a:t>
            </a:r>
          </a:p>
          <a:p>
            <a:endParaRPr lang="fr-FR" sz="3200" b="1" dirty="0"/>
          </a:p>
          <a:p>
            <a:pPr marL="0" indent="0">
              <a:buNone/>
            </a:pPr>
            <a:r>
              <a:rPr lang="fr-FR" sz="3200" b="1" dirty="0"/>
              <a:t>2) Notre projet final,  AURA</a:t>
            </a:r>
          </a:p>
          <a:p>
            <a:pPr marL="0" indent="0">
              <a:buNone/>
            </a:pPr>
            <a:r>
              <a:rPr lang="fr-FR" sz="3200" b="1" dirty="0"/>
              <a:t>(application d’évènementiel)</a:t>
            </a:r>
          </a:p>
        </p:txBody>
      </p:sp>
      <p:pic>
        <p:nvPicPr>
          <p:cNvPr id="4" name="Image 3" descr="Une image contenant véhicule, Véhicule terrestre, roue, voiture&#10;&#10;Le contenu généré par l’IA peut être incorrect.">
            <a:extLst>
              <a:ext uri="{FF2B5EF4-FFF2-40B4-BE49-F238E27FC236}">
                <a16:creationId xmlns:a16="http://schemas.microsoft.com/office/drawing/2014/main" id="{9B2D2B85-6899-1F8D-A112-EDC3844D7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540" y="1785258"/>
            <a:ext cx="3956061" cy="3592285"/>
          </a:xfrm>
          <a:prstGeom prst="rect">
            <a:avLst/>
          </a:prstGeom>
        </p:spPr>
      </p:pic>
      <p:pic>
        <p:nvPicPr>
          <p:cNvPr id="20" name="Image 19" descr="Une image contenant Goût sucré, dessert, crème, glaçage&#10;&#10;Le contenu généré par l’IA peut être incorrect.">
            <a:extLst>
              <a:ext uri="{FF2B5EF4-FFF2-40B4-BE49-F238E27FC236}">
                <a16:creationId xmlns:a16="http://schemas.microsoft.com/office/drawing/2014/main" id="{60A276A2-D779-A38D-25C5-4699A0E0B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956" y="4736413"/>
            <a:ext cx="1618682" cy="1553742"/>
          </a:xfrm>
          <a:prstGeom prst="rect">
            <a:avLst/>
          </a:prstGeom>
        </p:spPr>
      </p:pic>
      <p:pic>
        <p:nvPicPr>
          <p:cNvPr id="22" name="Image 21" descr="Une image contenant haut-parleur, mégaphone&#10;&#10;Le contenu généré par l’IA peut être incorrect.">
            <a:extLst>
              <a:ext uri="{FF2B5EF4-FFF2-40B4-BE49-F238E27FC236}">
                <a16:creationId xmlns:a16="http://schemas.microsoft.com/office/drawing/2014/main" id="{F0DA7345-7C65-FA43-80EF-91A8DFC07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81017">
            <a:off x="5276066" y="4263865"/>
            <a:ext cx="2569029" cy="2569029"/>
          </a:xfrm>
          <a:prstGeom prst="rect">
            <a:avLst/>
          </a:prstGeom>
        </p:spPr>
      </p:pic>
      <p:pic>
        <p:nvPicPr>
          <p:cNvPr id="24" name="Image 23" descr="Une image contenant fournitures de bureau, punaise, ongle, intérieur&#10;&#10;Le contenu généré par l’IA peut être incorrect.">
            <a:extLst>
              <a:ext uri="{FF2B5EF4-FFF2-40B4-BE49-F238E27FC236}">
                <a16:creationId xmlns:a16="http://schemas.microsoft.com/office/drawing/2014/main" id="{EA08EA7D-51C8-4E48-0D72-5D2EAC8AB4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69141" y="1473813"/>
            <a:ext cx="809050" cy="809050"/>
          </a:xfrm>
          <a:prstGeom prst="rect">
            <a:avLst/>
          </a:prstGeom>
        </p:spPr>
      </p:pic>
      <p:pic>
        <p:nvPicPr>
          <p:cNvPr id="26" name="Image 25" descr="Une image contenant fournitures de bureau, punaise, ongle&#10;&#10;Le contenu généré par l’IA peut être incorrect.">
            <a:extLst>
              <a:ext uri="{FF2B5EF4-FFF2-40B4-BE49-F238E27FC236}">
                <a16:creationId xmlns:a16="http://schemas.microsoft.com/office/drawing/2014/main" id="{A4C24DF6-60B0-110D-FAD8-857757061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348" y="1234175"/>
            <a:ext cx="809051" cy="1048688"/>
          </a:xfrm>
          <a:prstGeom prst="rect">
            <a:avLst/>
          </a:prstGeom>
        </p:spPr>
      </p:pic>
      <p:pic>
        <p:nvPicPr>
          <p:cNvPr id="30" name="Image 29" descr="Une image contenant texte, Police, logo, symbole&#10;&#10;Le contenu généré par l’IA peut être incorrect.">
            <a:extLst>
              <a:ext uri="{FF2B5EF4-FFF2-40B4-BE49-F238E27FC236}">
                <a16:creationId xmlns:a16="http://schemas.microsoft.com/office/drawing/2014/main" id="{DFE69B25-F2D3-55B2-9ACE-AC56BD9A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308" y="5688988"/>
            <a:ext cx="1706170" cy="1086350"/>
          </a:xfrm>
          <a:prstGeom prst="rect">
            <a:avLst/>
          </a:prstGeom>
        </p:spPr>
      </p:pic>
      <p:pic>
        <p:nvPicPr>
          <p:cNvPr id="32" name="Image 31" descr="Une image contenant Poubelle, conteneur, seau, vaisselle&#10;&#10;Le contenu généré par l’IA peut être incorrect.">
            <a:extLst>
              <a:ext uri="{FF2B5EF4-FFF2-40B4-BE49-F238E27FC236}">
                <a16:creationId xmlns:a16="http://schemas.microsoft.com/office/drawing/2014/main" id="{D608A11E-DEB0-7393-FD00-07833C95F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132" y="5169973"/>
            <a:ext cx="929337" cy="1343083"/>
          </a:xfrm>
          <a:prstGeom prst="rect">
            <a:avLst/>
          </a:prstGeom>
        </p:spPr>
      </p:pic>
      <p:pic>
        <p:nvPicPr>
          <p:cNvPr id="34" name="Image 33" descr="Une image contenant accessoire, étui, intérieur, sac&#10;&#10;Le contenu généré par l’IA peut être incorrect.">
            <a:extLst>
              <a:ext uri="{FF2B5EF4-FFF2-40B4-BE49-F238E27FC236}">
                <a16:creationId xmlns:a16="http://schemas.microsoft.com/office/drawing/2014/main" id="{832AF7A4-004D-1F04-4002-AF641E5096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47335">
            <a:off x="876961" y="4534099"/>
            <a:ext cx="2614827" cy="2614827"/>
          </a:xfrm>
          <a:prstGeom prst="rect">
            <a:avLst/>
          </a:prstGeom>
        </p:spPr>
      </p:pic>
      <p:pic>
        <p:nvPicPr>
          <p:cNvPr id="36" name="Image 35" descr="Une image contenant cercle, Emblème, objets en céramique, pièce&#10;&#10;Le contenu généré par l’IA peut être incorrect.">
            <a:extLst>
              <a:ext uri="{FF2B5EF4-FFF2-40B4-BE49-F238E27FC236}">
                <a16:creationId xmlns:a16="http://schemas.microsoft.com/office/drawing/2014/main" id="{36A33D26-D491-1235-847C-6AD57AD6D0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4214">
            <a:off x="3238038" y="4695280"/>
            <a:ext cx="1904354" cy="190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1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BAEF7-B185-8EF6-BE4D-7891ECC18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7111" y="587829"/>
            <a:ext cx="4989204" cy="3025150"/>
          </a:xfrm>
        </p:spPr>
        <p:txBody>
          <a:bodyPr>
            <a:noAutofit/>
          </a:bodyPr>
          <a:lstStyle/>
          <a:p>
            <a:r>
              <a:rPr lang="fr-FR" sz="5400" b="1" dirty="0">
                <a:solidFill>
                  <a:schemeClr val="tx1"/>
                </a:solidFill>
                <a:latin typeface="Britannic Bold" panose="020B0903060703020204" pitchFamily="34" charset="0"/>
              </a:rPr>
              <a:t>AURA</a:t>
            </a:r>
            <a:br>
              <a:rPr lang="fr-FR" sz="5400" b="1" dirty="0">
                <a:solidFill>
                  <a:schemeClr val="tx1"/>
                </a:solidFill>
                <a:latin typeface="Britannic Bold" panose="020B0903060703020204" pitchFamily="34" charset="0"/>
              </a:rPr>
            </a:br>
            <a:r>
              <a:rPr lang="fr-FR" sz="5400" b="1" dirty="0">
                <a:solidFill>
                  <a:schemeClr val="tx1"/>
                </a:solidFill>
                <a:latin typeface="Britannic Bold" panose="020B0903060703020204" pitchFamily="34" charset="0"/>
              </a:rPr>
              <a:t>-</a:t>
            </a:r>
            <a:br>
              <a:rPr lang="fr-FR" sz="5400" b="1" dirty="0">
                <a:solidFill>
                  <a:schemeClr val="tx1"/>
                </a:solidFill>
                <a:latin typeface="Britannic Bold" panose="020B0903060703020204" pitchFamily="34" charset="0"/>
              </a:rPr>
            </a:br>
            <a:r>
              <a:rPr lang="fr-FR" sz="5400" b="1" dirty="0">
                <a:solidFill>
                  <a:schemeClr val="tx1"/>
                </a:solidFill>
                <a:latin typeface="Britannic Bold" panose="020B0903060703020204" pitchFamily="34" charset="0"/>
              </a:rPr>
              <a:t>Tout débute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442801E-F617-6860-4BC5-702D13697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7111" y="3908878"/>
            <a:ext cx="4989204" cy="2437494"/>
          </a:xfrm>
        </p:spPr>
        <p:txBody>
          <a:bodyPr>
            <a:normAutofit/>
          </a:bodyPr>
          <a:lstStyle/>
          <a:p>
            <a:r>
              <a:rPr lang="fr-FR" sz="3600" dirty="0">
                <a:solidFill>
                  <a:schemeClr val="tx1"/>
                </a:solidFill>
              </a:rPr>
              <a:t>✅🌟😃 </a:t>
            </a:r>
            <a:r>
              <a:rPr lang="fr-FR" sz="3600" dirty="0">
                <a:solidFill>
                  <a:schemeClr val="tx1"/>
                </a:solidFill>
                <a:latin typeface="Britannic Bold" panose="020B0903060703020204" pitchFamily="34" charset="0"/>
              </a:rPr>
              <a:t>Organisez </a:t>
            </a:r>
            <a:r>
              <a:rPr lang="fr-FR" sz="3600" b="1" dirty="0">
                <a:solidFill>
                  <a:schemeClr val="tx1"/>
                </a:solidFill>
                <a:latin typeface="Britannic Bold" panose="020B0903060703020204" pitchFamily="34" charset="0"/>
              </a:rPr>
              <a:t>des </a:t>
            </a:r>
            <a:r>
              <a:rPr lang="fr-FR" sz="3600" dirty="0">
                <a:solidFill>
                  <a:schemeClr val="tx1"/>
                </a:solidFill>
                <a:latin typeface="Britannic Bold" panose="020B0903060703020204" pitchFamily="34" charset="0"/>
              </a:rPr>
              <a:t>événements stellaires!</a:t>
            </a:r>
            <a:endParaRPr lang="fr-FR" sz="3200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23" name="Image 22" descr="Une image contenant véhicule, Véhicule terrestre, roue, voiture&#10;&#10;Le contenu généré par l’IA peut être incorrect.">
            <a:extLst>
              <a:ext uri="{FF2B5EF4-FFF2-40B4-BE49-F238E27FC236}">
                <a16:creationId xmlns:a16="http://schemas.microsoft.com/office/drawing/2014/main" id="{B5775731-717F-5FFD-D7F4-E8C80CB5C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24" y="728491"/>
            <a:ext cx="6017509" cy="54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DCF674-3AC3-53DD-D52A-56009E2B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64" y="424935"/>
            <a:ext cx="5377721" cy="2226157"/>
          </a:xfrm>
        </p:spPr>
        <p:txBody>
          <a:bodyPr anchor="t">
            <a:noAutofit/>
          </a:bodyPr>
          <a:lstStyle/>
          <a:p>
            <a:r>
              <a:rPr lang="fr-FR" sz="3200" dirty="0">
                <a:latin typeface="Britannic Bold" panose="020B0903060703020204" pitchFamily="34" charset="0"/>
              </a:rPr>
              <a:t>Vous devez organiser un évènement mais ne savez pas ou commencer? 😢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DF3CAC-4C7B-1383-86F7-1C6D3F3C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415" y="2759840"/>
            <a:ext cx="5377721" cy="3694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AURA vous accompagne dans l’organisation de vos évènements 🥰🤩</a:t>
            </a:r>
          </a:p>
          <a:p>
            <a:pPr marL="0" indent="0">
              <a:buNone/>
            </a:pPr>
            <a:endParaRPr lang="fr-FR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🤓🗒️✏️ Regroupez  et organisez :</a:t>
            </a:r>
          </a:p>
          <a:p>
            <a:r>
              <a:rPr lang="fr-FR" b="1" dirty="0">
                <a:solidFill>
                  <a:schemeClr val="tx1"/>
                </a:solidFill>
              </a:rPr>
              <a:t>Vos contacts</a:t>
            </a:r>
          </a:p>
          <a:p>
            <a:r>
              <a:rPr lang="fr-FR" b="1" dirty="0">
                <a:solidFill>
                  <a:schemeClr val="tx1"/>
                </a:solidFill>
              </a:rPr>
              <a:t>Vos notes, vos liens</a:t>
            </a:r>
          </a:p>
          <a:p>
            <a:endParaRPr lang="fr-FR" b="1" dirty="0">
              <a:solidFill>
                <a:schemeClr val="tx1"/>
              </a:solidFill>
            </a:endParaRPr>
          </a:p>
          <a:p>
            <a:r>
              <a:rPr lang="fr-FR" b="1" dirty="0">
                <a:solidFill>
                  <a:schemeClr val="tx1"/>
                </a:solidFill>
              </a:rPr>
              <a:t>💰Gérer vôtre budget et analysez vos dépenses pour améliorer votre efficacité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C574D9-0CF5-261E-519E-0B19FA3A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634" y="1442005"/>
            <a:ext cx="4641891" cy="29243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2725DB-EC29-D25B-ED18-DD2766579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455432"/>
            <a:ext cx="5161127" cy="2226157"/>
          </a:xfrm>
          <a:prstGeom prst="rect">
            <a:avLst/>
          </a:prstGeom>
        </p:spPr>
      </p:pic>
      <p:pic>
        <p:nvPicPr>
          <p:cNvPr id="8" name="Image 7" descr="Une image contenant véhicule, Véhicule terrestre, roue, voiture&#10;&#10;Le contenu généré par l’IA peut être incorrect.">
            <a:extLst>
              <a:ext uri="{FF2B5EF4-FFF2-40B4-BE49-F238E27FC236}">
                <a16:creationId xmlns:a16="http://schemas.microsoft.com/office/drawing/2014/main" id="{FAF1409D-4887-CC0E-D36F-2B959CA20C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01" b="33911"/>
          <a:stretch>
            <a:fillRect/>
          </a:stretch>
        </p:blipFill>
        <p:spPr>
          <a:xfrm>
            <a:off x="8309576" y="186979"/>
            <a:ext cx="3480949" cy="1165989"/>
          </a:xfrm>
          <a:prstGeom prst="rect">
            <a:avLst/>
          </a:prstGeom>
        </p:spPr>
      </p:pic>
      <p:pic>
        <p:nvPicPr>
          <p:cNvPr id="9" name="Image 8" descr="Une image contenant capture d’écran, clipart, dessin humoristique, conception&#10;&#10;Le contenu généré par l’IA peut être incorrect.">
            <a:extLst>
              <a:ext uri="{FF2B5EF4-FFF2-40B4-BE49-F238E27FC236}">
                <a16:creationId xmlns:a16="http://schemas.microsoft.com/office/drawing/2014/main" id="{A73DA3A6-3998-707F-0BDC-AFD72216C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169567" y="4904821"/>
            <a:ext cx="663689" cy="663689"/>
          </a:xfrm>
          <a:prstGeom prst="rect">
            <a:avLst/>
          </a:prstGeom>
        </p:spPr>
      </p:pic>
      <p:pic>
        <p:nvPicPr>
          <p:cNvPr id="11" name="Image 10" descr="Une image contenant cercle, clipart, dessin humoristique, astronomie&#10;&#10;Le contenu généré par l’IA peut être incorrect.">
            <a:extLst>
              <a:ext uri="{FF2B5EF4-FFF2-40B4-BE49-F238E27FC236}">
                <a16:creationId xmlns:a16="http://schemas.microsoft.com/office/drawing/2014/main" id="{F1F4D8F1-9185-BF0D-5A51-E0E2FA9930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6220" flipH="1">
            <a:off x="4936714" y="4432376"/>
            <a:ext cx="876132" cy="863690"/>
          </a:xfrm>
          <a:prstGeom prst="rect">
            <a:avLst/>
          </a:prstGeom>
        </p:spPr>
      </p:pic>
      <p:pic>
        <p:nvPicPr>
          <p:cNvPr id="28" name="Image 27" descr="Une image contenant papier, Produit en papier, journal, lettre&#10;&#10;Le contenu généré par l’IA peut être incorrect.">
            <a:extLst>
              <a:ext uri="{FF2B5EF4-FFF2-40B4-BE49-F238E27FC236}">
                <a16:creationId xmlns:a16="http://schemas.microsoft.com/office/drawing/2014/main" id="{6768F027-0D2E-1E82-E6E7-06E1361B09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09457" y="1352968"/>
            <a:ext cx="1719943" cy="1719943"/>
          </a:xfrm>
          <a:prstGeom prst="rect">
            <a:avLst/>
          </a:prstGeom>
        </p:spPr>
      </p:pic>
      <p:pic>
        <p:nvPicPr>
          <p:cNvPr id="16" name="Image 15" descr="Une image contenant cercle, clipart, dessin humoristique, astronomie&#10;&#10;Le contenu généré par l’IA peut être incorrect.">
            <a:extLst>
              <a:ext uri="{FF2B5EF4-FFF2-40B4-BE49-F238E27FC236}">
                <a16:creationId xmlns:a16="http://schemas.microsoft.com/office/drawing/2014/main" id="{E40B443C-B3A1-7D97-B24A-E107062EF7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0486" flipH="1">
            <a:off x="5715497" y="4924498"/>
            <a:ext cx="411723" cy="405876"/>
          </a:xfrm>
          <a:prstGeom prst="rect">
            <a:avLst/>
          </a:prstGeom>
        </p:spPr>
      </p:pic>
      <p:pic>
        <p:nvPicPr>
          <p:cNvPr id="22" name="Image 21" descr="Une image contenant léger, Ambré, éclairage, nuit&#10;&#10;Le contenu généré par l’IA peut être incorrect.">
            <a:extLst>
              <a:ext uri="{FF2B5EF4-FFF2-40B4-BE49-F238E27FC236}">
                <a16:creationId xmlns:a16="http://schemas.microsoft.com/office/drawing/2014/main" id="{DE4DF09E-21A4-5D74-7C1A-B80A9787DA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407" y="2792429"/>
            <a:ext cx="1854446" cy="185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7493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0</TotalTime>
  <Words>94</Words>
  <Application>Microsoft Office PowerPoint</Application>
  <PresentationFormat>Grand écran</PresentationFormat>
  <Paragraphs>20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Britannic Bold</vt:lpstr>
      <vt:lpstr>Gill Sans MT</vt:lpstr>
      <vt:lpstr>Impact</vt:lpstr>
      <vt:lpstr>Badge</vt:lpstr>
      <vt:lpstr>S5 Introduction aux systèmes d’information</vt:lpstr>
      <vt:lpstr>Aujourd'hui, nous allons vous présenter…</vt:lpstr>
      <vt:lpstr>AURA - Tout débute ici</vt:lpstr>
      <vt:lpstr>Vous devez organiser un évènement mais ne savez pas ou commencer? 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 Camilia</dc:creator>
  <cp:lastModifiedBy>Saba Camilia</cp:lastModifiedBy>
  <cp:revision>2</cp:revision>
  <dcterms:created xsi:type="dcterms:W3CDTF">2025-11-23T18:16:15Z</dcterms:created>
  <dcterms:modified xsi:type="dcterms:W3CDTF">2025-11-23T19:06:07Z</dcterms:modified>
</cp:coreProperties>
</file>